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517AC-DA8D-4A6A-9AD3-9399621F6531}" type="datetimeFigureOut">
              <a:t>06/08/2026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8E769-5C14-4D1D-984E-C93FE309C5BD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94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Gestão da Permanência em Movimento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Coletivo Senac da Equipe de Atendimento Corporativo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Jornada de Desenvolvimento de Soluções para Gestão da Permanência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Ideia Central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Experiência colaborativa para desenhar, testar e aprimorar solução de gestão da permanência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Metodologias ativas, estudo de caso, prototipação e apresentação final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Mudanças de cenário em 3 momentos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Simulação de ciclos de inovação educacional e sprints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Objetivo Geral e Específicos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Desenvolver proposta colaborativa para gestão da permanência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Compreender permanência, evasão e engajamento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Mapear problemas reais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Analisar documentos Senac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Aplicar em curso específico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Criar plano de ação com indicadores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Participantes Envolvidos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Docentes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Coordenação pedagógica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Atendimento Corporativo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Secretaria escolar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Atendimento ao aluno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Supervisão e orientação educacional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Representantes administrativos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Convidados institucionais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Estrutura Metodológica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Sprints educacionais com desafio, tempo definido e produção em equipe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Socialização, feedback e revisão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Entender problema → hipóteses → pesquisa → análise → refinamento → protótipo → apresentação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Narrativa e Cenário Inicial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Desafio aberto para fortalecer estratégias de gestão da permanência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Investigar o tema, compreender desafios e propor melhorias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Sem acesso inicial aos documentos institucionais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Sprint 1: Apropriação Geral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Pergunta: O que significa gerir a permanência dos estudantes?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Causas de evasão e sinais de risco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Fatores de desmotivação e dificuldades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Papéis de docente, atendimento, coordenação e instituição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Mapa de Permanência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Entregável Sprint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Problemas identificados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Sinais de alerta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Ações preventivas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Ações corretivas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Responsáveis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Socialização em até 5 minutos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Mudança de Cenário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Novas informações: documentos norteadores do Senac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Revisão das ideias à luz das diretrizes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Responsáveis sugeridos: Yara e Cláudio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Sprint 2: Alinhamento Institucional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Leitura orientada dos documentos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Identificação de princípios e responsabilidades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Matriz de aderência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Ajuste das ideias iniciais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Entregável Sprint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Plano revisado considerando diretrizes institucionais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Fluxo de comunicação e registros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Acompanhamento, encaminhamentos, evidências e indicadores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Socialização das mudanças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Mudança de Cenário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Aplicação em curso específico da grade Senac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Responsáveis: Cláudio e JS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Conexão com metodologias ativas e prática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Sprint 3: Aplicação no Curso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Perfil dos estudantes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Mapeamento da jornada do aluno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Identificação dos momentos críticos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Ações de permanência por etapa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Jornada do Estudante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Antes do início: acolhimento e comunicação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Primeiras aulas: diagnóstico e vínculo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Durante o curso: acompanhamento e feedback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Avaliações: apoio pedagógico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Reta final: conclusão e reconhecimento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Pós-curso: relacionamento e trilhas futuras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Entregável Sprint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Plano de Permanência Aplicado ao Curso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Perfil, riscos, momentos críticos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Ações preventivas e corretivas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Responsáveis, indicadores, registros e acompanhamento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Mudança de Cenário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Transformar solução em plano piloto executável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Foco na implementação e mensuração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Sprint 4: Prototipação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Definir problema prioritário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Escolher turma piloto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Indicadores simples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Fluxo de acompanhamento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Papéis, registros e rotina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MVP de Gestão da Permanência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Problema escolhido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Público piloto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Objetivo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Ações principais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Responsáveis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Ferramentas de registro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Indicadores, prazo, evidências e resultado esperado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Cronograma e Papéis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Opção: encontro único de 4h ou jornada em 2 encontros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Facilitador principal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Product Owner educacional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Scrum Master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Equipe de desenvolvimento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Especialistas convidados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Materiais, Produto Final e Encerramento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155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Materiais: projetor, post-its, documentos, matrizes e formulários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Produto final: diagnóstico, plano piloto, indicadores e responsáveis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Indicadores: frequência, participação, desempenho, conclusão e satisfação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Mensagem final: Permanência é responsabilidade compartilhada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Jailson Costa dos Santos</dc:creator>
  <cp:lastModifiedBy>Jailson Costa dos Santos</cp:lastModifiedBy>
  <cp:revision>2</cp:revision>
  <dcterms:created xsi:type="dcterms:W3CDTF">2026-08-06T18:07:13Z</dcterms:created>
  <dcterms:modified xsi:type="dcterms:W3CDTF">2026-08-06T19:20:24Z</dcterms:modified>
</cp:coreProperties>
</file>